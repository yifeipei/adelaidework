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3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D91A-A2EE-4B54-B3C6-F6C67903BA9C}" type="datetime1">
              <a:rPr lang="en-US" smtClean="0"/>
              <a:pPr/>
              <a:t>20/10/13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7B8-0EC4-44C9-AFEF-25E144F11C06}" type="datetime1">
              <a:rPr lang="en-US" smtClean="0"/>
              <a:pPr/>
              <a:t>20/10/13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47B5-C739-4DAE-AACD-CC58CA843AC4}" type="datetime1">
              <a:rPr lang="en-US" smtClean="0"/>
              <a:pPr/>
              <a:t>20/10/13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AE48-94E6-46E0-BE32-5F0716DE9115}" type="datetime1">
              <a:rPr lang="en-US" smtClean="0"/>
              <a:pPr/>
              <a:t>20/10/13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C285-8BCE-48FC-97D9-E2837AF38351}" type="datetime1">
              <a:rPr lang="en-US" smtClean="0"/>
              <a:pPr/>
              <a:t>20/10/13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D3E6-EF16-4488-94A4-211508FE4682}" type="datetime1">
              <a:rPr lang="en-US" smtClean="0"/>
              <a:pPr/>
              <a:t>20/10/13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FB3B-20DA-4D0E-BF16-8262B7156612}" type="datetime1">
              <a:rPr lang="en-US" smtClean="0"/>
              <a:pPr/>
              <a:t>20/10/13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3C2C-6BD0-40EC-8D8D-4D51F089C5EB}" type="datetime1">
              <a:rPr lang="en-US" smtClean="0"/>
              <a:pPr/>
              <a:t>20/10/13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77F5C-EDA7-4864-9756-35769B0E62CF}" type="datetime1">
              <a:rPr lang="en-US" smtClean="0"/>
              <a:pPr/>
              <a:t>20/10/13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85C6-EBAF-49D5-AD4D-BABF4DFAAD59}" type="datetime1">
              <a:rPr lang="en-US" smtClean="0"/>
              <a:pPr/>
              <a:t>20/10/13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04122-9A3A-4FD8-98B8-22631F32846C}" type="datetime1">
              <a:rPr lang="en-US" smtClean="0"/>
              <a:pPr/>
              <a:t>20/10/13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8B99C93-F56F-46AB-9EB8-53614A95B15F}" type="datetime1">
              <a:rPr lang="en-US" smtClean="0"/>
              <a:pPr/>
              <a:t>20/10/13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Abdulaziz </a:t>
            </a:r>
            <a:r>
              <a:rPr lang="en-US" dirty="0" err="1" smtClean="0"/>
              <a:t>alhulayfi</a:t>
            </a:r>
            <a:r>
              <a:rPr lang="en-US" dirty="0" smtClean="0"/>
              <a:t> (a1642362)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04705" y="3011714"/>
            <a:ext cx="6629400" cy="1434519"/>
          </a:xfrm>
        </p:spPr>
        <p:txBody>
          <a:bodyPr/>
          <a:lstStyle/>
          <a:p>
            <a:r>
              <a:rPr lang="en-US" sz="2800" dirty="0" smtClean="0"/>
              <a:t>Software engineering ethics presentation</a:t>
            </a:r>
            <a:br>
              <a:rPr lang="en-US" sz="2800" dirty="0" smtClean="0"/>
            </a:br>
            <a:r>
              <a:rPr lang="en-US" sz="2800" dirty="0" smtClean="0"/>
              <a:t>(killer robot)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92952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endParaRPr lang="en-US" dirty="0"/>
          </a:p>
          <a:p>
            <a:r>
              <a:rPr lang="en-US" sz="2800" dirty="0" smtClean="0"/>
              <a:t>Jan Anderson</a:t>
            </a:r>
          </a:p>
          <a:p>
            <a:r>
              <a:rPr lang="en-US" sz="2800" dirty="0" smtClean="0"/>
              <a:t>Involvement: former programmer at Silicon Techtronic</a:t>
            </a:r>
          </a:p>
          <a:p>
            <a:r>
              <a:rPr lang="en-US" sz="2800" dirty="0" smtClean="0"/>
              <a:t>Anderson opposed to the waterfall model used for the “Killer Robot Project”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57674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Ethical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Anderson’s opposition to waterfall model was essential</a:t>
            </a:r>
          </a:p>
          <a:p>
            <a:endParaRPr lang="en-US" dirty="0"/>
          </a:p>
          <a:p>
            <a:r>
              <a:rPr lang="en-US" dirty="0" smtClean="0"/>
              <a:t>However, Anderson has violated few rules of professional obligations </a:t>
            </a:r>
          </a:p>
          <a:p>
            <a:endParaRPr lang="en-US" dirty="0"/>
          </a:p>
          <a:p>
            <a:r>
              <a:rPr lang="en-US" dirty="0" smtClean="0"/>
              <a:t>Anderson’s honesty was the reason for Sam (The project manager) to fire her</a:t>
            </a:r>
          </a:p>
          <a:p>
            <a:pPr marL="114300" indent="0">
              <a:buNone/>
            </a:pPr>
            <a:endParaRPr lang="en-US" dirty="0" smtClean="0"/>
          </a:p>
          <a:p>
            <a:r>
              <a:rPr lang="en-US" dirty="0" smtClean="0"/>
              <a:t>Project manager’s unmanageable arguments </a:t>
            </a:r>
          </a:p>
          <a:p>
            <a:endParaRPr lang="en-US" dirty="0"/>
          </a:p>
          <a:p>
            <a:r>
              <a:rPr lang="en-US" dirty="0" smtClean="0"/>
              <a:t> Loud &amp; unmanageable arguments </a:t>
            </a:r>
            <a:r>
              <a:rPr lang="en-US" dirty="0" smtClean="0">
                <a:sym typeface="Wingdings"/>
              </a:rPr>
              <a:t> Personal conflicts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101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Violation of rules of practice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Set of fundamental rules of practice have been violated: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Hold </a:t>
            </a:r>
            <a:r>
              <a:rPr lang="en-US" dirty="0"/>
              <a:t>paramount the safety, health, and welfare of the </a:t>
            </a:r>
            <a:r>
              <a:rPr lang="en-US" dirty="0" smtClean="0"/>
              <a:t>public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Perform services only in areas </a:t>
            </a:r>
            <a:r>
              <a:rPr lang="en-US" dirty="0" smtClean="0"/>
              <a:t>of competence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Issue public statements only in an objective and truthful </a:t>
            </a:r>
            <a:r>
              <a:rPr lang="en-US" dirty="0" smtClean="0"/>
              <a:t>manner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Conduct </a:t>
            </a:r>
            <a:r>
              <a:rPr lang="en-US" dirty="0"/>
              <a:t>themselves honorably, responsibly, ethically, and </a:t>
            </a:r>
            <a:r>
              <a:rPr lang="en-US" dirty="0" smtClean="0"/>
              <a:t>lawfully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0655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Violation of rules of practice </a:t>
            </a:r>
            <a:r>
              <a:rPr lang="en-US" dirty="0" smtClean="0"/>
              <a:t>(con.)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en-US" b="1" dirty="0"/>
              <a:t>Hold paramount the safety, health, and welfare of the </a:t>
            </a:r>
            <a:r>
              <a:rPr lang="en-US" b="1" dirty="0" smtClean="0"/>
              <a:t>public.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 smtClean="0"/>
              <a:t>employer </a:t>
            </a:r>
            <a:r>
              <a:rPr lang="en-US" dirty="0"/>
              <a:t>or client and such other authority </a:t>
            </a:r>
            <a:r>
              <a:rPr lang="en-US" dirty="0" smtClean="0"/>
              <a:t>should be notified 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 smtClean="0"/>
              <a:t>Engineers should not have any association with dishonest enterprise</a:t>
            </a:r>
            <a:endParaRPr lang="en-US" dirty="0"/>
          </a:p>
          <a:p>
            <a:pPr marL="868680" lvl="1" indent="-457200">
              <a:buFont typeface="+mj-lt"/>
              <a:buAutoNum type="arabicPeriod"/>
            </a:pPr>
            <a:r>
              <a:rPr lang="en-US" dirty="0" smtClean="0"/>
              <a:t>Engineers </a:t>
            </a:r>
            <a:r>
              <a:rPr lang="en-US" dirty="0"/>
              <a:t>having knowledge of any alleged violation of </a:t>
            </a:r>
            <a:r>
              <a:rPr lang="en-US" dirty="0" smtClean="0"/>
              <a:t>should report to </a:t>
            </a:r>
            <a:r>
              <a:rPr lang="en-US" dirty="0"/>
              <a:t>appropriate professional </a:t>
            </a:r>
            <a:r>
              <a:rPr lang="en-US" dirty="0" smtClean="0"/>
              <a:t>bodies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322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Violation of rules of practice </a:t>
            </a:r>
            <a:r>
              <a:rPr lang="en-US" dirty="0" smtClean="0"/>
              <a:t>(con.)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457200">
              <a:buFont typeface="+mj-lt"/>
              <a:buAutoNum type="arabicPeriod" startAt="2"/>
            </a:pPr>
            <a:r>
              <a:rPr lang="en-US" b="1" dirty="0"/>
              <a:t>P</a:t>
            </a:r>
            <a:r>
              <a:rPr lang="en-US" b="1" dirty="0" smtClean="0"/>
              <a:t>erform </a:t>
            </a:r>
            <a:r>
              <a:rPr lang="en-US" b="1" dirty="0"/>
              <a:t>services only in the areas of </a:t>
            </a:r>
            <a:r>
              <a:rPr lang="en-US" b="1" dirty="0" smtClean="0"/>
              <a:t>competence</a:t>
            </a:r>
          </a:p>
          <a:p>
            <a:pPr lvl="1"/>
            <a:r>
              <a:rPr lang="en-US" dirty="0"/>
              <a:t>U</a:t>
            </a:r>
            <a:r>
              <a:rPr lang="en-US" dirty="0" smtClean="0"/>
              <a:t>ndertake </a:t>
            </a:r>
            <a:r>
              <a:rPr lang="en-US" dirty="0"/>
              <a:t>assignments only when qualified by education or </a:t>
            </a:r>
            <a:r>
              <a:rPr lang="en-US" dirty="0" smtClean="0"/>
              <a:t>experience</a:t>
            </a:r>
          </a:p>
          <a:p>
            <a:pPr marL="571500" indent="-457200">
              <a:buFont typeface="+mj-lt"/>
              <a:buAutoNum type="arabicPeriod" startAt="2"/>
            </a:pPr>
            <a:r>
              <a:rPr lang="en-US" b="1" dirty="0"/>
              <a:t>Issue public statements only in an objective and truthful </a:t>
            </a:r>
            <a:r>
              <a:rPr lang="en-US" b="1" dirty="0" smtClean="0"/>
              <a:t>manner</a:t>
            </a:r>
            <a:endParaRPr lang="en-US" b="1" dirty="0"/>
          </a:p>
          <a:p>
            <a:pPr lvl="1"/>
            <a:r>
              <a:rPr lang="en-US" dirty="0" smtClean="0"/>
              <a:t>Technical opinions could be expressed publically</a:t>
            </a:r>
          </a:p>
          <a:p>
            <a:pPr marL="571500" indent="-457200">
              <a:buFont typeface="+mj-lt"/>
              <a:buAutoNum type="arabicPeriod" startAt="4"/>
            </a:pPr>
            <a:r>
              <a:rPr lang="en-US" b="1" dirty="0"/>
              <a:t>Conduct themselves honorably, responsibly, ethically, and lawfully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3178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Violation of professional obligations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dirty="0" smtClean="0"/>
              <a:t>umber of professional obligations have also been violated: 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Acknowledgement of errors without alteration of facts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Advising clients </a:t>
            </a:r>
            <a:r>
              <a:rPr lang="en-US" dirty="0"/>
              <a:t>or employers when </a:t>
            </a:r>
            <a:r>
              <a:rPr lang="en-US" dirty="0" smtClean="0"/>
              <a:t>it is believed </a:t>
            </a:r>
            <a:r>
              <a:rPr lang="en-US" dirty="0"/>
              <a:t>a project will not be successful</a:t>
            </a:r>
            <a:r>
              <a:rPr lang="en-US" dirty="0" smtClean="0"/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Disagreement on specifications </a:t>
            </a:r>
            <a:r>
              <a:rPr lang="en-US" dirty="0"/>
              <a:t>that </a:t>
            </a:r>
            <a:r>
              <a:rPr lang="en-US" dirty="0" smtClean="0"/>
              <a:t>violate engineering </a:t>
            </a:r>
            <a:r>
              <a:rPr lang="en-US" dirty="0"/>
              <a:t>standards. If the client or employer insists on such unprofessional conduct, </a:t>
            </a:r>
            <a:r>
              <a:rPr lang="en-US" dirty="0" smtClean="0"/>
              <a:t>authorities should be notified and withdraw from project is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32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Any 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63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Apothecary.thmx</Template>
  <TotalTime>161</TotalTime>
  <Words>309</Words>
  <Application>Microsoft Macintosh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Apothecary</vt:lpstr>
      <vt:lpstr>Software engineering ethics presentation (killer robot) </vt:lpstr>
      <vt:lpstr>Character </vt:lpstr>
      <vt:lpstr>Ethical issues</vt:lpstr>
      <vt:lpstr>Violation of rules of practice </vt:lpstr>
      <vt:lpstr>Violation of rules of practice (con.)</vt:lpstr>
      <vt:lpstr>Violation of rules of practice (con.)</vt:lpstr>
      <vt:lpstr>Violation of professional obligations  </vt:lpstr>
      <vt:lpstr>Thank you</vt:lpstr>
    </vt:vector>
  </TitlesOfParts>
  <Company>Flinders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ethics (killer robot) </dc:title>
  <dc:creator>Abdulaziz Alhulayfi</dc:creator>
  <cp:lastModifiedBy>Abdulaziz Alhulayfi</cp:lastModifiedBy>
  <cp:revision>20</cp:revision>
  <dcterms:created xsi:type="dcterms:W3CDTF">2013-10-20T05:16:46Z</dcterms:created>
  <dcterms:modified xsi:type="dcterms:W3CDTF">2013-10-20T07:58:08Z</dcterms:modified>
</cp:coreProperties>
</file>